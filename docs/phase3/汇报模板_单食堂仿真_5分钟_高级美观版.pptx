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开场：先说价值主张，避免先上功能细节。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开场先报结构，便于听众跟随节奏。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强调分工是为了高效并行，不是“各自为战”。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这是“可信度”页，讲清楚就很有说服力。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一句话总结：职责分层，后续维护和加功能很快。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每条亮点都接一句“为什么有用”。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这是主菜，走到这页就上操作。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收束，不再引入新亮点。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把“可复验”作为第一句回答。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9326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PingFang SC"/>
              </a:defRPr>
            </a:pPr>
            <a:r>
              <a:t>北京交通大学就餐仿真系统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ED2E8"/>
                </a:solidFill>
                <a:latin typeface="PingFang SC"/>
              </a:defRPr>
            </a:pPr>
            <a:r>
              <a:t>5分钟汇报：单食堂 3D 数字孪生与仿真决策闭环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0B4D2"/>
                </a:solidFill>
                <a:latin typeface="PingFang SC"/>
              </a:defRPr>
            </a:pPr>
            <a:r>
              <a:t>成员：朱思思 / 宋嘉桐 / 贾文霞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AADC"/>
                </a:solidFill>
                <a:latin typeface="PingFang SC"/>
              </a:defRPr>
            </a:pPr>
            <a:r>
              <a:t>主线：把“参数经验决策”升级为“可复验仿真决策”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0"/>
            <a:ext cx="11932920" cy="6858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汇报结构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汇报结构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1. 分工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2. 项目详细架构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3. 代码结构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4. 核心亮点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5. 实物展示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6. 总结与Q&amp;A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09360"/>
            <a:ext cx="11932920" cy="41148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8636E"/>
                </a:solidFill>
                <a:latin typeface="PingFang SC"/>
              </a:defRPr>
            </a:pPr>
            <a:r>
              <a:t>时长：15秒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97880"/>
            <a:ext cx="73152" cy="320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0"/>
            <a:ext cx="11932920" cy="6858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一、分工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一、分工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后端：仿真模型、接口、状态与快照一致性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前端：3D主体验、2D兼容、交互与控制面板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配置分析：参数调优、指标复核、演示脚本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协同方式：后端给真值，前端负责镜像展示和交互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09360"/>
            <a:ext cx="11932920" cy="41148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8636E"/>
                </a:solidFill>
                <a:latin typeface="PingFang SC"/>
              </a:defRPr>
            </a:pPr>
            <a:r>
              <a:t>时长：30秒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97880"/>
            <a:ext cx="73152" cy="320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0"/>
            <a:ext cx="11932920" cy="6858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二、项目详细架构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二、项目详细架构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三层架构：前端展示层 / API服务层 / 仿真引擎层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前端只消费后端状态快照，状态不在前端二次计算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数据流：操作 -&gt; 后端状态更新 -&gt; snapshot持久化 -&gt; 页面渲染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目标：可复核、可回放、可对比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09360"/>
            <a:ext cx="11932920" cy="41148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8636E"/>
                </a:solidFill>
                <a:latin typeface="PingFang SC"/>
              </a:defRPr>
            </a:pPr>
            <a:r>
              <a:t>时长：45秒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97880"/>
            <a:ext cx="73152" cy="320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0"/>
            <a:ext cx="11932920" cy="6858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三、代码结构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三、代码结构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backend/api：路由、配置、运行、历史接口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backend/simulation：食堂、窗口、学生、预设、策略模型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backend/tests：关键行为与接口回归测试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frontend/static/js + templates：JS入口与 2D/3D 呈现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09360"/>
            <a:ext cx="11932920" cy="41148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8636E"/>
                </a:solidFill>
                <a:latin typeface="PingFang SC"/>
              </a:defRPr>
            </a:pPr>
            <a:r>
              <a:t>时长：35秒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97880"/>
            <a:ext cx="73152" cy="320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0"/>
            <a:ext cx="11932920" cy="6858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四、核心亮点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四、核心亮点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单食堂主线（明湖）聚焦，演示路径更短更稳定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3D主体验多楼层 + 多角度展示（总览/侧视/俯视/自由）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运行时窗口干预，直接影响仿真状态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history 记录干预事件，可追溯、可复验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09360"/>
            <a:ext cx="11932920" cy="41148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8636E"/>
                </a:solidFill>
                <a:latin typeface="PingFang SC"/>
              </a:defRPr>
            </a:pPr>
            <a:r>
              <a:t>时长：45秒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97880"/>
            <a:ext cx="73152" cy="320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0"/>
            <a:ext cx="11932920" cy="6858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五、实物展示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五、实物展示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Step1：设置基线参数并启动仿真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Step2：3D主屏观察队列与拥堵演化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Step3：下钻楼层检查路径与窗口状态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Step4：执行窗口干预（开/关）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Step5：查看 history 与日志，完成前后对比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09360"/>
            <a:ext cx="11932920" cy="41148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8636E"/>
                </a:solidFill>
                <a:latin typeface="PingFang SC"/>
              </a:defRPr>
            </a:pPr>
            <a:r>
              <a:t>时长：90秒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97880"/>
            <a:ext cx="73152" cy="320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0"/>
            <a:ext cx="11932920" cy="6858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六、总结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7111D"/>
                </a:solidFill>
                <a:latin typeface="PingFang SC"/>
              </a:defRPr>
            </a:pPr>
            <a:r>
              <a:t>六、总结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已形成“可复验”仿真决策链：配置-&gt;运行-&gt;干预-&gt;追踪-&gt;对比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单食堂3D为主体验，2D仅作兼容兜底</a:t>
            </a:r>
          </a:p>
          <a:p>
            <a:pPr>
              <a:spcAft>
                <a:spcPts val="1800"/>
              </a:spcAft>
              <a:defRPr sz="2400">
                <a:solidFill>
                  <a:srgbClr val="182738"/>
                </a:solidFill>
                <a:latin typeface="PingFang SC"/>
              </a:defRPr>
            </a:pPr>
            <a:r>
              <a:t>下阶段：提升指标解释与演示自动化流程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09360"/>
            <a:ext cx="11932920" cy="41148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8636E"/>
                </a:solidFill>
                <a:latin typeface="PingFang SC"/>
              </a:defRPr>
            </a:pPr>
            <a:r>
              <a:t>时长：20秒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97880"/>
            <a:ext cx="73152" cy="320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0"/>
            <a:ext cx="11932920" cy="685800"/>
          </a:xfrm>
          <a:prstGeom prst="rect">
            <a:avLst/>
          </a:prstGeom>
          <a:solidFill>
            <a:srgbClr val="071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  <a:latin typeface="PingFang SC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7111D"/>
                </a:solidFill>
                <a:latin typeface="PingFang SC"/>
              </a:defRPr>
            </a:pPr>
            <a:r>
              <a:t>谢谢，欢迎提问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881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82738"/>
                </a:solidFill>
                <a:latin typeface="PingFang SC"/>
              </a:defRPr>
            </a:pPr>
            <a:r>
              <a:t>问题提示：</a:t>
            </a:r>
            <a:br/>
            <a:r>
              <a:t>1）结果是否可复验？</a:t>
            </a:r>
            <a:br/>
            <a:r>
              <a:t>2）3D 与 2D 切换有什么作用？</a:t>
            </a:r>
            <a:br/>
            <a:r>
              <a:t>3）干预行为如何追踪？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6309360"/>
            <a:ext cx="11932920" cy="411480"/>
          </a:xfrm>
          <a:prstGeom prst="rect">
            <a:avLst/>
          </a:prstGeom>
          <a:solidFill>
            <a:srgbClr val="E6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8636E"/>
                </a:solidFill>
                <a:latin typeface="PingFang SC"/>
              </a:defRPr>
            </a:pPr>
            <a:r>
              <a:t>Q&amp;A 重点回答：复验机制、架构可信和鲁棒性。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