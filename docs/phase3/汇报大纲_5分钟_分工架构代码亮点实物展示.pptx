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引导：这是一次“分工、架构、代码结构、亮点、实物展示”五段式汇报，强调系统是能验证的。</a:t>
            </a:r>
          </a:p>
          <a:p>
            <a:r>
              <a:t>时长30秒。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每人职责边界清晰，减少接口等待，提升并行开发效率。</a:t>
            </a:r>
          </a:p>
          <a:p>
            <a:r>
              <a:t>时长35秒。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强调：后端快照是事实源，前端不篡改统计逻辑。</a:t>
            </a:r>
          </a:p>
          <a:p>
            <a:r>
              <a:t>时长55秒。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用“目录 = 职责”讲清：改动边界可控，便于复用与排查。</a:t>
            </a:r>
          </a:p>
          <a:p>
            <a:r>
              <a:t>时长50秒。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答辩重点一句：不是堆视觉，而是把调度决策从经验迁移到仿真决策。</a:t>
            </a:r>
          </a:p>
          <a:p>
            <a:r>
              <a:t>时长45秒。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演示时只需照此流程走一次。若 3D 卡顿，立刻切 2D fallback，流程不失。</a:t>
            </a:r>
          </a:p>
          <a:p>
            <a:r>
              <a:t>时长90秒。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收束用一句话：系统已支持“可视化 + 可验证 + 可复盘”。</a:t>
            </a:r>
          </a:p>
          <a:p>
            <a:r>
              <a:t>时长20秒。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引导问题到“结果可复验”与“单食堂主体验范围”上。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/>
            </a:pPr>
            <a:r>
              <a:t>北京交通大学就餐仿真系统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5分钟汇报：单食堂 3D 数字孪生与调度仿真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一、分工与协作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后端：仿真核心、API、数据快照与一致性处理</a:t>
            </a:r>
          </a:p>
          <a:p>
            <a:pPr>
              <a:defRPr sz="2300"/>
            </a:pPr>
            <a:r>
              <a:t>前端：3D主场景、2D fallback、交互面板与现场操作</a:t>
            </a:r>
          </a:p>
          <a:p>
            <a:pPr>
              <a:defRPr sz="2300"/>
            </a:pPr>
            <a:r>
              <a:t>配置与分析：参数标定、指标分析、演示场景设计</a:t>
            </a:r>
          </a:p>
          <a:p>
            <a:pPr>
              <a:defRPr sz="2300"/>
            </a:pPr>
            <a:r>
              <a:t>协作规则：后端产出真实状态，前端只做镜像展示与控制入口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二、项目详细架构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三层结构：前端展示层 / 接口服务层 / 仿真引擎层</a:t>
            </a:r>
          </a:p>
          <a:p>
            <a:pPr>
              <a:defRPr sz="2300"/>
            </a:pPr>
            <a:r>
              <a:t>前端：配置、启动、渲染、历史回放、干预控制</a:t>
            </a:r>
          </a:p>
          <a:p>
            <a:pPr>
              <a:defRPr sz="2300"/>
            </a:pPr>
            <a:r>
              <a:t>服务：Flask 提供状态接口、运行态快照、历史查询</a:t>
            </a:r>
          </a:p>
          <a:p>
            <a:pPr>
              <a:defRPr sz="2300"/>
            </a:pPr>
            <a:r>
              <a:t>引擎：SimPy 离散事件（arrival/service/eat/end），输出统一状态</a:t>
            </a:r>
          </a:p>
          <a:p>
            <a:pPr>
              <a:defRPr sz="2300"/>
            </a:pPr>
            <a:r>
              <a:t>流程：操作 -&gt; 后端状态更新 -&gt; snapshot -&gt; 前端渲染，单向可信数据流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三、代码结构（当前实现组织）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backend/api：路由、配置校验、仿真控制与历史落库</a:t>
            </a:r>
          </a:p>
          <a:p>
            <a:pPr>
              <a:defRPr sz="2300"/>
            </a:pPr>
            <a:r>
              <a:t>backend/simulation：食堂/窗口/学生/路由/预设/到达率逻辑</a:t>
            </a:r>
          </a:p>
          <a:p>
            <a:pPr>
              <a:defRPr sz="2300"/>
            </a:pPr>
            <a:r>
              <a:t>backend/tests：核心行为与接口回归保障</a:t>
            </a:r>
          </a:p>
          <a:p>
            <a:pPr>
              <a:defRPr sz="2300"/>
            </a:pPr>
            <a:r>
              <a:t>frontend/static/js：三层 JS（main.js、参数与运行控制、3D模块）</a:t>
            </a:r>
          </a:p>
          <a:p>
            <a:pPr>
              <a:defRPr sz="2300"/>
            </a:pPr>
            <a:r>
              <a:t>frontend/templates + static：页面入口与资源组织，支持3D主屏与2D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四、核心亮点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单食堂主线：明湖学一作为默认演示主场景，焦点明确</a:t>
            </a:r>
          </a:p>
          <a:p>
            <a:pPr>
              <a:defRPr sz="2300"/>
            </a:pPr>
            <a:r>
              <a:t>3D 主体验：多楼层展示、路径与排队可视、状态读性高</a:t>
            </a:r>
          </a:p>
          <a:p>
            <a:pPr>
              <a:defRPr sz="2300"/>
            </a:pPr>
            <a:r>
              <a:t>多视角：总览、侧视、俯视、自由视角，便于快速解释拥堵</a:t>
            </a:r>
          </a:p>
          <a:p>
            <a:pPr>
              <a:defRPr sz="2300"/>
            </a:pPr>
            <a:r>
              <a:t>运行时干预：窗口开关与状态联动，可即时看到系统响应</a:t>
            </a:r>
          </a:p>
          <a:p>
            <a:pPr>
              <a:defRPr sz="2300"/>
            </a:pPr>
            <a:r>
              <a:t>可复验：同条件可重跑，便于对比验证与答辩演示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/>
            </a:pPr>
            <a:r>
              <a:t>五、实物展示（主菜）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1) 打开单食堂场景，设置基线参数，开始运行</a:t>
            </a:r>
          </a:p>
          <a:p>
            <a:pPr>
              <a:defRPr sz="2300"/>
            </a:pPr>
            <a:r>
              <a:t>2) 3D 主屏观察拥堵随时间变化，关注队列与热力趋势</a:t>
            </a:r>
          </a:p>
          <a:p>
            <a:pPr>
              <a:defRPr sz="2300"/>
            </a:pPr>
            <a:r>
              <a:t>3) 下钻到某楼层，验证路径与窗口/座位状态</a:t>
            </a:r>
          </a:p>
          <a:p>
            <a:pPr>
              <a:defRPr sz="2300"/>
            </a:pPr>
            <a:r>
              <a:t>4) 执行窗口干预，确认状态变化可见</a:t>
            </a:r>
          </a:p>
          <a:p>
            <a:pPr>
              <a:defRPr sz="2300"/>
            </a:pPr>
            <a:r>
              <a:t>5) 立刻查看 history/日志，说明前后对比依据</a:t>
            </a:r>
          </a:p>
        </p:txBody>
      </p:sp>
      <p:pic>
        <p:nvPicPr>
          <p:cNvPr id="4" name="Picture 3" descr="twin-default-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34440"/>
            <a:ext cx="38404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六、总结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我们把食堂调度问题转为：可运行、可观察、可复验的仿真决策流程</a:t>
            </a:r>
          </a:p>
          <a:p>
            <a:pPr>
              <a:defRPr sz="2300"/>
            </a:pPr>
            <a:r>
              <a:t>展示到此，若时间允许可补1-2张关键图（峰值时段对比、干预后指标变化）</a:t>
            </a:r>
          </a:p>
          <a:p>
            <a:pPr>
              <a:defRPr sz="2300"/>
            </a:pPr>
            <a:r>
              <a:t>接下来回答问题：参数调整为什么有效，如何保证结果可复现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/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问题与讨论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