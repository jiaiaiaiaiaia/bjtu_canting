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开场：先说一句“可复验”。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10~15 秒，给听众一个导航。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突出职责清晰，开发效率和稳定性来源。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这是可信度页，强调“状态真值来自后端”。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结构清晰可追责，后续扩展有边界。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每个亮点后都能对应“为什么这个功能存在”。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现场重点页，按此顺序操作，避免跑偏。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收束：一句话强调价值。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先回答“可复验”，再说架构。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PingFang SC"/>
              </a:defRPr>
            </a:pPr>
            <a:r>
              <a:t>北京交通大学就餐仿真系统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4D6EA"/>
                </a:solidFill>
                <a:latin typeface="PingFang SC"/>
              </a:defRPr>
            </a:pPr>
            <a:r>
              <a:t>5分钟汇报：单食堂3D数字孪生与仿真决策闭环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4CDE4"/>
                </a:solidFill>
                <a:latin typeface="PingFang SC"/>
              </a:defRPr>
            </a:pPr>
            <a:r>
              <a:t>成员：朱思思 / 宋嘉桐 / 贾文霞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480560"/>
            <a:ext cx="594360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7111D"/>
                </a:solidFill>
                <a:latin typeface="PingFang SC"/>
              </a:defRPr>
            </a:pPr>
            <a:r>
              <a:t>主线：从“经验参数调整”到“可复验仿真决策”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1. 分工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2. 项目详细架构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3. 代码结构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4. 核心亮点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5. 实物展示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6. 总结与提问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时间建议：15秒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一、分工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后端：仿真模型、接口与状态一致性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前端：3D主体验、2D兼容、交互与干预入口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配置分析：参数设计、指标复核、演示脚本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协作逻辑：后端输出真实状态，前端只做可视化与操作承接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时间建议：30秒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二、项目详细架构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三层结构：前端展示层 / 服务层 / 仿真引擎层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单向数据流：操作 -&gt; 后端状态 -&gt; snapshot -&gt; 渲染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后端快照是真值来源，前端不重算指标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工程目标：可回放、可复验、可对比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时间建议：40~45秒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三、代码结构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backend/api：路由与仿真会话控制接口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backend/simulation：学生/窗口/食堂/预设核心模型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backend/tests：接口与行为回归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frontend/static 与 templates：JS 入口、2D/3D 渲染与控制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时间建议：35秒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四、核心亮点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单食堂主线更聚焦（明湖为默认展示场景）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3D 主体验支持多层、路径、窗口、座位可视化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运行时窗口干预可即时生效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history 与干预日志形成可追踪闭环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同条件可复跑，避免“演示偶然性”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时间建议：45秒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五、实物展示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步骤1：启动基线场景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步骤2：3D 默认态看拥堵演进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步骤3：下钻楼层查看路径和窗口状态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步骤4：窗口干预（开/关）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步骤5：读取 history，展示因果变化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时间建议：90秒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7111D"/>
                </a:solidFill>
                <a:latin typeface="PingFang SC"/>
              </a:defRPr>
            </a:pPr>
            <a:r>
              <a:t>六、总结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已形成可复验仿真决策链：配置→运行→干预→回放→对比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3D为主体验，2D保底兜底保证展示稳定</a:t>
            </a:r>
          </a:p>
          <a:p>
            <a:pPr>
              <a:spcAft>
                <a:spcPts val="1800"/>
              </a:spcAft>
              <a:defRPr sz="2400">
                <a:solidFill>
                  <a:srgbClr val="233244"/>
                </a:solidFill>
                <a:latin typeface="PingFang SC"/>
              </a:defRPr>
            </a:pPr>
            <a:r>
              <a:t>下一步：优化指标解释与演示自动化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309360"/>
            <a:ext cx="11658600" cy="365760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6678"/>
                </a:solidFill>
                <a:latin typeface="PingFang SC"/>
              </a:defRPr>
            </a:pPr>
            <a:r>
              <a:t>时间建议：20秒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73152" cy="626364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7111D"/>
                </a:solidFill>
                <a:latin typeface="PingFang SC"/>
              </a:defRPr>
            </a:pPr>
            <a:r>
              <a:t>谢谢，欢迎提问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241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33244"/>
                </a:solidFill>
                <a:latin typeface="PingFang SC"/>
              </a:defRPr>
            </a:pPr>
            <a:r>
              <a:t>提示问题点：</a:t>
            </a:r>
            <a:br/>
            <a:r>
              <a:t>1) 结果是否可复验？</a:t>
            </a:r>
            <a:br/>
            <a:r>
              <a:t>2) 3D 与 2D 为什么都保留？</a:t>
            </a:r>
            <a:br/>
            <a:r>
              <a:t>3) 干预日志如何追踪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