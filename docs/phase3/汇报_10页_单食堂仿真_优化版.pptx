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开场10~15秒，先讲“可复验”和本次汇报范围（单食堂）。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给评委一个清晰流程，后面按这个顺序讲。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这页先把业务问题说清，避免被认为只在做可视化。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强调分工与协作价值：减少等待、提升稳定性。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说成一句：同一套状态在不同界面重复消费，保证一致。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这一页是你技术可信度的核心。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一句话解释：后端分“入口-调度-行为模型”三段。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强调模块边界清晰、便于扩展和调试。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每个亮点都对应答辩问题“为什么重要”。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第10页直接收尾，进入QA。保持简短，给提问留时间。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PingFang SC"/>
              </a:defRPr>
            </a:pPr>
            <a:r>
              <a:t>北京交通大学就餐仿真系统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4D6EC"/>
                </a:solidFill>
                <a:latin typeface="PingFang SC"/>
              </a:defRPr>
            </a:pPr>
            <a:r>
              <a:t>5分钟汇报 | 单食堂 3D 数字孪生与可复验仿真决策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605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2C8E0"/>
                </a:solidFill>
                <a:latin typeface="PingFang SC"/>
              </a:defRPr>
            </a:pPr>
            <a:r>
              <a:t>成员：朱思思 / 宋嘉桐 / 贾文霞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0789920" cy="914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7111D"/>
                </a:solidFill>
                <a:latin typeface="PingFang SC"/>
              </a:defRPr>
            </a:pPr>
            <a:r>
              <a:t>主线：把“经验调参”变成“可复验仿真决策”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汇报路线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汇报路线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1. 问题与目标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2. 团队分工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3. 项目架构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4. 代码结构（后端+前端）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5. 核心亮点与演示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6. 结论与下一步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55080"/>
            <a:ext cx="11978640" cy="32004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06E81"/>
                </a:solidFill>
                <a:latin typeface="PingFang SC"/>
              </a:defRPr>
            </a:pPr>
            <a:r>
              <a:t>时长：15s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64008" cy="5029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问题与目标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问题与目标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场景：食堂高峰排队拥堵，参数调整缺少可复验依据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目标：用仿真回答“窗口/到达/座位变化对服务效果的真实影响”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本阶段范围：以单食堂明湖为主线，3D 为主体验，2D 为兜底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回答口径：谁在影响哪些指标、变化是否可信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55080"/>
            <a:ext cx="11978640" cy="32004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06E81"/>
                </a:solidFill>
                <a:latin typeface="PingFang SC"/>
              </a:defRPr>
            </a:pPr>
            <a:r>
              <a:t>时长：35s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64008" cy="5029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团队分工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团队分工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后端（朱思思）：仿真核心、API 与快照一致性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前端（宋嘉桐）：3D主场景、2D fallback、交互与状态控制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分析与配置（贾文霞）：参数边界、指标解释、演示脚本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协作原则：状态真值在后端，前端只做展示和操作入口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55080"/>
            <a:ext cx="11978640" cy="32004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06E81"/>
                </a:solidFill>
                <a:latin typeface="PingFang SC"/>
              </a:defRPr>
            </a:pPr>
            <a:r>
              <a:t>时长：30s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64008" cy="5029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项目架构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项目架构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三层结构：展示层 / 接口服务层 / 仿真引擎层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展示层：main.js、3D模块、2D fallback、历史面板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服务层：Flask API（配置、启动、步进、历史、快照）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引擎层：SimPy 离散事件（arrival/service/eat/离场）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55080"/>
            <a:ext cx="11978640" cy="32004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06E81"/>
                </a:solidFill>
                <a:latin typeface="PingFang SC"/>
              </a:defRPr>
            </a:pPr>
            <a:r>
              <a:t>时长：40s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64008" cy="5029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数据流与可信原则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数据流与可信原则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操作事件：前端发起请求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状态演化：后端更新仿真状态并产出 snapshot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存储与复现：snapshot 落库形成历史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回放展示：前端仅渲染 snapshot，不自己改指标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关键约束：后端快照是唯一真值源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55080"/>
            <a:ext cx="11978640" cy="32004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06E81"/>
                </a:solidFill>
                <a:latin typeface="PingFang SC"/>
              </a:defRPr>
            </a:pPr>
            <a:r>
              <a:t>时长：45s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64008" cy="5029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后端代码结构（核心）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后端代码结构（核心）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backend/app.py：应用初始化与路由注册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backend/api/routes.py：Phase2接口（config/simulation）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backend/api/campus_routes.py：3D与干预接口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backend/simulation：engine、coordinator、canteen、student、router、presets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backend/simulation/canteen.py 与 student.py 承担核心行为语义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55080"/>
            <a:ext cx="11978640" cy="32004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06E81"/>
                </a:solidFill>
                <a:latin typeface="PingFang SC"/>
              </a:defRPr>
            </a:pPr>
            <a:r>
              <a:t>时长：35s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64008" cy="5029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前端代码结构（核心）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前端代码结构（核心）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frontend/templates/index.html：页面骨架与3D模块挂载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frontend/static/js/main.js：全局状态与流程控制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frontend/static/js/campus.js：演示视图联动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frontend/static/js/three/scene3d.js：渲染入口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three/canteen_scene.js、state_adapter.js、intervention_ui.js：模块化分工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55080"/>
            <a:ext cx="11978640" cy="32004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06E81"/>
                </a:solidFill>
                <a:latin typeface="PingFang SC"/>
              </a:defRPr>
            </a:pPr>
            <a:r>
              <a:t>时长：35s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64008" cy="5029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核心亮点（讲成“有价值的变化”）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核心亮点（讲成“有价值的变化”）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单食堂主线明确：减少产品叙事偏移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3D主体验可观察流程：楼层、路径、窗口/座位动态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多角度视图：总览、侧视、俯视、自由视角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运行时窗口干预：可立即影响状态并留下日志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同条件可重跑：演示可复验，结果可解释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55080"/>
            <a:ext cx="11978640" cy="32004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06E81"/>
                </a:solidFill>
                <a:latin typeface="PingFang SC"/>
              </a:defRPr>
            </a:pPr>
            <a:r>
              <a:t>时长：45s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64008" cy="5029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t>演示流程与结论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演示流程与结论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演示：基线启动→3D观察拥堵→下钻检视→窗口干预→history 对照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结论：本阶段已形成“可复验仿真决策闭环”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下一步：进一步提升指标解释性与演示稳定性</a:t>
            </a:r>
          </a:p>
          <a:p>
            <a:pPr>
              <a:spcAft>
                <a:spcPts val="1600"/>
              </a:spcAft>
              <a:defRPr sz="2600">
                <a:solidFill>
                  <a:srgbClr val="233244"/>
                </a:solidFill>
                <a:latin typeface="PingFang SC"/>
              </a:defRPr>
            </a:pPr>
            <a:r>
              <a:t>提问提示：可复验性、2D兜底、干预可追踪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55080"/>
            <a:ext cx="11978640" cy="32004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06E81"/>
                </a:solidFill>
                <a:latin typeface="PingFang SC"/>
              </a:defRPr>
            </a:pPr>
            <a:r>
              <a:t>时长：25s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64008" cy="5029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