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时长：30秒</a:t>
            </a:r>
          </a:p>
          <a:p>
            <a:r>
              <a:t>开场白：这是“食堂仿真 + 可视化 + 受控验证”的课程项目展示。</a:t>
            </a:r>
          </a:p>
          <a:p>
            <a:r>
              <a:t>今天重点说三件事：做了什么、怎么做的、跑出来了什么。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时长：50秒</a:t>
            </a:r>
          </a:p>
          <a:p>
            <a:r>
              <a:t>告诉评委这是一个“可验证系统”，不是纯可视化演示。先把用户故事框起来，再讲技术方案。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时长：45秒</a:t>
            </a:r>
          </a:p>
          <a:p>
            <a:r>
              <a:t>讲清架构时强调一条线：前端只消费状态，状态只来自后端，不做伪计算。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时长：45秒</a:t>
            </a:r>
          </a:p>
          <a:p>
            <a:r>
              <a:t>把“核心亮点”和“工程约束”一并说清，特别强调 2D 保留和兼容性。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时长：90秒</a:t>
            </a:r>
          </a:p>
          <a:p>
            <a:r>
              <a:t>这是演示主菜。若现场卡顿，立刻切 2D fallback 做备选；再回到 3D 展示关键点。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时长：40秒</a:t>
            </a:r>
          </a:p>
          <a:p>
            <a:r>
              <a:t>建议放三张核心图：默认态、干预态、指标回落态。图上标注时间与参数（到达率/窗口数/seed）。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时长：40秒</a:t>
            </a:r>
          </a:p>
          <a:p>
            <a:r>
              <a:t>这里回答“课程评分最看重的交付性”：是否能复验、是否可维护。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时长：20秒</a:t>
            </a:r>
          </a:p>
          <a:p>
            <a:r>
              <a:t>收束：一句话强调价值闭环。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时长：10秒</a:t>
            </a:r>
          </a:p>
          <a:p>
            <a:r>
              <a:t>提问提醒：重点回答 seed 固定、历史回放和后端真值这三点。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3800"/>
            </a:pPr>
            <a:r>
              <a:t>北京交通大学就餐仿真系统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五分钟汇报：单食堂 3D 数字孪生与仿真决策闭环</a:t>
            </a:r>
          </a:p>
          <a:p>
            <a:r>
              <a:t>（3D 主体验 + 2D 兼容）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800"/>
            </a:pPr>
            <a:r>
              <a:t>这次答辩要解决的问题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问题：窗口数与到达节奏变化下，食堂会不会出现拥堵？如何评估影响？</a:t>
            </a:r>
          </a:p>
          <a:p>
            <a:pPr>
              <a:defRPr sz="2200"/>
            </a:pPr>
            <a:r>
              <a:t>目标：给出可复现的系统级判断，不是拍脑袋改参数。</a:t>
            </a:r>
          </a:p>
          <a:p>
            <a:pPr>
              <a:defRPr sz="2200"/>
            </a:pPr>
            <a:r>
              <a:t>主线：单食堂主体验 + 3D 主屏 + 2D 兼容 + 后端快照作为唯一真值。</a:t>
            </a:r>
          </a:p>
          <a:p>
            <a:pPr>
              <a:defRPr sz="2200"/>
            </a:pPr>
            <a:r>
              <a:t>避免范围漂移：本阶段聚焦“单食堂”，先不展开校园地图。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800"/>
            </a:pPr>
            <a:r>
              <a:t>系统架构（1分钟内讲清）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前端：参数配置、仿真运行、3D 场景、统计分析、历史回放。</a:t>
            </a:r>
          </a:p>
          <a:p>
            <a:pPr>
              <a:defRPr sz="2200"/>
            </a:pPr>
            <a:r>
              <a:t>后端：Flask + SimPy 离散事件 + 快照序列。</a:t>
            </a:r>
          </a:p>
          <a:p>
            <a:pPr>
              <a:defRPr sz="2200"/>
            </a:pPr>
            <a:r>
              <a:t>数据：config 与 snapshot 持久化，支持复现和回放。</a:t>
            </a:r>
          </a:p>
          <a:p>
            <a:pPr>
              <a:defRPr sz="2200"/>
            </a:pPr>
            <a:r>
              <a:t>接口约束：保留 /api/config 与 /api/simulation/* 的 Phase2 兼容，/api/campus/* 承接 3D 与干预链路。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800"/>
            </a:pPr>
            <a:r>
              <a:t>核心亮点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单食堂数字孪生主体验：多楼层可视化、窗口与座位状态、队列与路径可读。</a:t>
            </a:r>
          </a:p>
          <a:p>
            <a:pPr>
              <a:defRPr sz="2200"/>
            </a:pPr>
            <a:r>
              <a:t>多角度相机：默认总览、侧视、俯视、自由视角，支持聚焦单层查看。</a:t>
            </a:r>
          </a:p>
          <a:p>
            <a:pPr>
              <a:defRPr sz="2200"/>
            </a:pPr>
            <a:r>
              <a:t>运行时窗口干预：窗口开/关可即时影响后端行为，且可在历史快照中追踪。</a:t>
            </a:r>
          </a:p>
          <a:p>
            <a:pPr>
              <a:defRPr sz="2200"/>
            </a:pPr>
            <a:r>
              <a:t>同一随机条件可复现：控制随机种子后做对照实验，降低“演示偶然性”。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800"/>
            </a:pPr>
            <a:r>
              <a:t>现场演示脚本（重点）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1) 选择单食堂基准参数，启动仿真。</a:t>
            </a:r>
          </a:p>
          <a:p>
            <a:pPr>
              <a:defRPr sz="2200"/>
            </a:pPr>
            <a:r>
              <a:t>2) 3D 默认态观察拥堵：队列增长、颜色热度、学生路径。</a:t>
            </a:r>
          </a:p>
          <a:p>
            <a:pPr>
              <a:defRPr sz="2200"/>
            </a:pPr>
            <a:r>
              <a:t>3) 下钻某一楼层，展示局部可读性与窗口分布。</a:t>
            </a:r>
          </a:p>
          <a:p>
            <a:pPr>
              <a:defRPr sz="2200"/>
            </a:pPr>
            <a:r>
              <a:t>4) 触发一次窗口干预（打开/关闭），立即查看快照历史是否落地。</a:t>
            </a:r>
          </a:p>
          <a:p>
            <a:pPr>
              <a:defRPr sz="2200"/>
            </a:pPr>
            <a:r>
              <a:t>5) 对比干预前后指标变化，强调因果不是偶然。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800"/>
            </a:pPr>
            <a:r>
              <a:t>关键画面对齐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默认态：系统运行的基准节奏。</a:t>
            </a:r>
          </a:p>
          <a:p>
            <a:pPr>
              <a:defRPr sz="2200"/>
            </a:pPr>
            <a:r>
              <a:t>干预态：窗口变化与行为变化在同一时轴出现。</a:t>
            </a:r>
          </a:p>
          <a:p>
            <a:pPr>
              <a:defRPr sz="2200"/>
            </a:pPr>
            <a:r>
              <a:t>回落态：KPI 与拥堵明显改善。</a:t>
            </a:r>
          </a:p>
        </p:txBody>
      </p:sp>
      <p:pic>
        <p:nvPicPr>
          <p:cNvPr id="4" name="Picture 3" descr="twin-default-3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12080" y="1234440"/>
            <a:ext cx="3931920" cy="4023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212080" y="5303520"/>
            <a:ext cx="3931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请替换为你本次演示前最新截图。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800"/>
            </a:pPr>
            <a:r>
              <a:t>质量与交付说明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可复核闭环：快照历史、history 查询、接口输出可直接复跑。</a:t>
            </a:r>
          </a:p>
          <a:p>
            <a:pPr>
              <a:defRPr sz="2200"/>
            </a:pPr>
            <a:r>
              <a:t>核心质量口径：平均等待、峰值排队、座位利用率、窗口负载。</a:t>
            </a:r>
          </a:p>
          <a:p>
            <a:pPr>
              <a:defRPr sz="2200"/>
            </a:pPr>
            <a:r>
              <a:t>工程保障：已有多层契约测试与回归验证，降低功能漂移风险。</a:t>
            </a:r>
          </a:p>
          <a:p>
            <a:pPr>
              <a:defRPr sz="2200"/>
            </a:pPr>
            <a:r>
              <a:t>展示容错：2D 作为 fallback，保证现场至少有一条展示通道。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800"/>
            </a:pPr>
            <a:r>
              <a:t>总结与下一步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已交付：单食堂 3D 主体验、受控干预链路、可复验演示闭环。</a:t>
            </a:r>
          </a:p>
          <a:p>
            <a:pPr>
              <a:defRPr sz="2200"/>
            </a:pPr>
            <a:r>
              <a:t>下一步：增强事件级解释、补齐指标面板可视化、继续压缩演示耗时。</a:t>
            </a:r>
          </a:p>
          <a:p>
            <a:pPr>
              <a:defRPr sz="2200"/>
            </a:pPr>
            <a:r>
              <a:t>一句话总结：把“猜参数”变成“仿真决策”。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3800"/>
            </a:pPr>
            <a:r>
              <a:t>谢谢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有问题的话，我们先确认：</a:t>
            </a:r>
          </a:p>
          <a:p>
            <a:r>
              <a:t>1) 与传统手工经验相比的改进点  2) 结果是否可复验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